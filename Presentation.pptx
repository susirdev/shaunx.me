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0F5F0C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0365C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87CED4">
              <a:alpha val="2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254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5DC123">
              <a:alpha val="19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3632E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3632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105381"/>
              <a:satOff val="14341"/>
              <a:lumOff val="10801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105381"/>
              <a:satOff val="14341"/>
              <a:lumOff val="1080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45761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77C83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77C83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2387600" y="2298700"/>
            <a:ext cx="196215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2387600" y="7073900"/>
            <a:ext cx="196215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0" algn="ctr">
              <a:spcBef>
                <a:spcPts val="0"/>
              </a:spcBef>
              <a:buSzTx/>
              <a:buNone/>
              <a:defRPr sz="4400"/>
            </a:lvl2pPr>
            <a:lvl3pPr marL="0" indent="0" algn="ctr">
              <a:spcBef>
                <a:spcPts val="0"/>
              </a:spcBef>
              <a:buSzTx/>
              <a:buNone/>
              <a:defRPr sz="4400"/>
            </a:lvl3pPr>
            <a:lvl4pPr marL="0" indent="0" algn="ctr">
              <a:spcBef>
                <a:spcPts val="0"/>
              </a:spcBef>
              <a:buSzTx/>
              <a:buNone/>
              <a:defRPr sz="4400"/>
            </a:lvl4pPr>
            <a:lvl5pPr marL="0" indent="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anoramic photo of two canoeists on a wide river with snowy mountains in the background"/>
          <p:cNvSpPr/>
          <p:nvPr>
            <p:ph type="pic" idx="21"/>
          </p:nvPr>
        </p:nvSpPr>
        <p:spPr>
          <a:xfrm>
            <a:off x="2752725" y="-2489200"/>
            <a:ext cx="18840450" cy="12560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387600" y="9448800"/>
            <a:ext cx="196215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2387600" y="11518900"/>
            <a:ext cx="19621500" cy="1714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0" algn="ctr">
              <a:spcBef>
                <a:spcPts val="0"/>
              </a:spcBef>
              <a:buSzTx/>
              <a:buNone/>
              <a:defRPr sz="4400"/>
            </a:lvl2pPr>
            <a:lvl3pPr marL="0" indent="0" algn="ctr">
              <a:spcBef>
                <a:spcPts val="0"/>
              </a:spcBef>
              <a:buSzTx/>
              <a:buNone/>
              <a:defRPr sz="4400"/>
            </a:lvl3pPr>
            <a:lvl4pPr marL="0" indent="0" algn="ctr">
              <a:spcBef>
                <a:spcPts val="0"/>
              </a:spcBef>
              <a:buSzTx/>
              <a:buNone/>
              <a:defRPr sz="4400"/>
            </a:lvl4pPr>
            <a:lvl5pPr marL="0" indent="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2387600" y="4533900"/>
            <a:ext cx="196215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d boat moored by a dock in a river with trees along the shoreline and a cloudy blue sky in the background"/>
          <p:cNvSpPr/>
          <p:nvPr>
            <p:ph type="pic" idx="21"/>
          </p:nvPr>
        </p:nvSpPr>
        <p:spPr>
          <a:xfrm>
            <a:off x="12407900" y="-2159000"/>
            <a:ext cx="10337800" cy="155067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790700" y="1066800"/>
            <a:ext cx="10007600" cy="56261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790700" y="7035800"/>
            <a:ext cx="10007600" cy="5626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0" algn="ctr">
              <a:spcBef>
                <a:spcPts val="0"/>
              </a:spcBef>
              <a:buSzTx/>
              <a:buNone/>
              <a:defRPr sz="4400"/>
            </a:lvl2pPr>
            <a:lvl3pPr marL="0" indent="0" algn="ctr">
              <a:spcBef>
                <a:spcPts val="0"/>
              </a:spcBef>
              <a:buSzTx/>
              <a:buNone/>
              <a:defRPr sz="4400"/>
            </a:lvl3pPr>
            <a:lvl4pPr marL="0" indent="0" algn="ctr">
              <a:spcBef>
                <a:spcPts val="0"/>
              </a:spcBef>
              <a:buSzTx/>
              <a:buNone/>
              <a:defRPr sz="4400"/>
            </a:lvl4pPr>
            <a:lvl5pPr marL="0" indent="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d boat moored by a dock in a river with trees along the shoreline and a cloudy blue sky in the background"/>
          <p:cNvSpPr/>
          <p:nvPr>
            <p:ph type="pic" idx="21"/>
          </p:nvPr>
        </p:nvSpPr>
        <p:spPr>
          <a:xfrm>
            <a:off x="12496800" y="-1485900"/>
            <a:ext cx="10193867" cy="15290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790700" y="3644900"/>
            <a:ext cx="10007600" cy="8839200"/>
          </a:xfrm>
          <a:prstGeom prst="rect">
            <a:avLst/>
          </a:prstGeom>
        </p:spPr>
        <p:txBody>
          <a:bodyPr/>
          <a:lstStyle>
            <a:lvl1pPr marL="431800" indent="-431800">
              <a:spcBef>
                <a:spcPts val="5300"/>
              </a:spcBef>
              <a:defRPr sz="3800"/>
            </a:lvl1pPr>
            <a:lvl2pPr marL="863600" indent="-431800">
              <a:spcBef>
                <a:spcPts val="5300"/>
              </a:spcBef>
              <a:defRPr sz="3800"/>
            </a:lvl2pPr>
            <a:lvl3pPr marL="1295400" indent="-431800">
              <a:spcBef>
                <a:spcPts val="5300"/>
              </a:spcBef>
              <a:defRPr sz="3800"/>
            </a:lvl3pPr>
            <a:lvl4pPr marL="1727200" indent="-431800">
              <a:spcBef>
                <a:spcPts val="5300"/>
              </a:spcBef>
              <a:defRPr sz="3800"/>
            </a:lvl4pPr>
            <a:lvl5pPr marL="2159000" indent="-431800">
              <a:spcBef>
                <a:spcPts val="53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1790700" y="3644900"/>
            <a:ext cx="10007600" cy="8839200"/>
          </a:xfrm>
          <a:prstGeom prst="rect">
            <a:avLst/>
          </a:prstGeom>
        </p:spPr>
        <p:txBody>
          <a:bodyPr/>
          <a:lstStyle>
            <a:lvl1pPr marL="431800" indent="-431800">
              <a:spcBef>
                <a:spcPts val="5300"/>
              </a:spcBef>
              <a:defRPr sz="3800"/>
            </a:lvl1pPr>
            <a:lvl2pPr marL="863600" indent="-431800">
              <a:spcBef>
                <a:spcPts val="5300"/>
              </a:spcBef>
              <a:defRPr sz="3800"/>
            </a:lvl2pPr>
            <a:lvl3pPr marL="1295400" indent="-431800">
              <a:spcBef>
                <a:spcPts val="5300"/>
              </a:spcBef>
              <a:defRPr sz="3800"/>
            </a:lvl3pPr>
            <a:lvl4pPr marL="1727200" indent="-431800">
              <a:spcBef>
                <a:spcPts val="5300"/>
              </a:spcBef>
              <a:defRPr sz="3800"/>
            </a:lvl4pPr>
            <a:lvl5pPr marL="2159000" indent="-431800">
              <a:spcBef>
                <a:spcPts val="53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half" idx="1"/>
          </p:nvPr>
        </p:nvSpPr>
        <p:spPr>
          <a:xfrm>
            <a:off x="1790700" y="3644900"/>
            <a:ext cx="10007600" cy="8839200"/>
          </a:xfrm>
          <a:prstGeom prst="rect">
            <a:avLst/>
          </a:prstGeom>
        </p:spPr>
        <p:txBody>
          <a:bodyPr/>
          <a:lstStyle>
            <a:lvl1pPr marL="431800" indent="-431800">
              <a:spcBef>
                <a:spcPts val="5300"/>
              </a:spcBef>
              <a:defRPr sz="3800"/>
            </a:lvl1pPr>
            <a:lvl2pPr marL="863600" indent="-431800">
              <a:spcBef>
                <a:spcPts val="5300"/>
              </a:spcBef>
              <a:defRPr sz="3800"/>
            </a:lvl2pPr>
            <a:lvl3pPr marL="1295400" indent="-431800">
              <a:spcBef>
                <a:spcPts val="5300"/>
              </a:spcBef>
              <a:defRPr sz="3800"/>
            </a:lvl3pPr>
            <a:lvl4pPr marL="1727200" indent="-431800">
              <a:spcBef>
                <a:spcPts val="5300"/>
              </a:spcBef>
              <a:defRPr sz="3800"/>
            </a:lvl4pPr>
            <a:lvl5pPr marL="2159000" indent="-431800">
              <a:spcBef>
                <a:spcPts val="53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idx="1"/>
          </p:nvPr>
        </p:nvSpPr>
        <p:spPr>
          <a:xfrm>
            <a:off x="1790700" y="1790700"/>
            <a:ext cx="20815300" cy="101473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hild looking through binoculars at a snowy mountain landscape"/>
          <p:cNvSpPr/>
          <p:nvPr>
            <p:ph type="pic" sz="half" idx="21"/>
          </p:nvPr>
        </p:nvSpPr>
        <p:spPr>
          <a:xfrm>
            <a:off x="12344400" y="7112000"/>
            <a:ext cx="10439400" cy="6959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Small rocky island covered with grass and surrounded by ocean with blue sky in the background"/>
          <p:cNvSpPr/>
          <p:nvPr>
            <p:ph type="pic" sz="half" idx="22"/>
          </p:nvPr>
        </p:nvSpPr>
        <p:spPr>
          <a:xfrm>
            <a:off x="12407900" y="190500"/>
            <a:ext cx="10363200" cy="6908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Red boat moored by a dock in a river with trees along the shoreline and a cloudy blue sky in the background"/>
          <p:cNvSpPr/>
          <p:nvPr>
            <p:ph type="pic" idx="23"/>
          </p:nvPr>
        </p:nvSpPr>
        <p:spPr>
          <a:xfrm>
            <a:off x="1583266" y="-1879600"/>
            <a:ext cx="10414001" cy="15621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6858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b="1" sz="3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2387600" y="6007100"/>
            <a:ext cx="19621500" cy="952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3400"/>
              </a:spcBef>
              <a:buSzTx/>
              <a:buNone/>
              <a:defRPr sz="5600"/>
            </a:lvl1pPr>
          </a:lstStyle>
          <a:p>
            <a:pPr/>
            <a:r>
              <a:t>“Type a quote here.”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anoramic photo of two canoeists on a wide river with snowy mountains in the background"/>
          <p:cNvSpPr/>
          <p:nvPr>
            <p:ph type="pic" idx="21"/>
          </p:nvPr>
        </p:nvSpPr>
        <p:spPr>
          <a:xfrm>
            <a:off x="-47625" y="-2540000"/>
            <a:ext cx="24479250" cy="16319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790700" y="571500"/>
            <a:ext cx="20815300" cy="298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790700" y="3644900"/>
            <a:ext cx="20815300" cy="883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5253" y="13004800"/>
            <a:ext cx="453238" cy="46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>
              <a:spcBef>
                <a:spcPts val="0"/>
              </a:spcBef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096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1pPr>
      <a:lvl2pPr marL="12192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2pPr>
      <a:lvl3pPr marL="18288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3pPr>
      <a:lvl4pPr marL="24384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4pPr>
      <a:lvl5pPr marL="30480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5pPr>
      <a:lvl6pPr marL="36576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6pPr>
      <a:lvl7pPr marL="42672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7pPr>
      <a:lvl8pPr marL="48768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8pPr>
      <a:lvl9pPr marL="54864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download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download</a:t>
            </a:r>
          </a:p>
        </p:txBody>
      </p:sp>
      <p:sp>
        <p:nvSpPr>
          <p:cNvPr id="138" name="Double-tap to edi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Gradient">
  <a:themeElements>
    <a:clrScheme name="Gradient">
      <a:dk1>
        <a:srgbClr val="FF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189B1A"/>
      </a:accent2>
      <a:accent3>
        <a:srgbClr val="008C91"/>
      </a:accent3>
      <a:accent4>
        <a:srgbClr val="5747C1"/>
      </a:accent4>
      <a:accent5>
        <a:srgbClr val="971817"/>
      </a:accent5>
      <a:accent6>
        <a:srgbClr val="BC8027"/>
      </a:accent6>
      <a:hlink>
        <a:srgbClr val="0000FF"/>
      </a:hlink>
      <a:folHlink>
        <a:srgbClr val="FF00FF"/>
      </a:folHlink>
    </a:clrScheme>
    <a:fontScheme name="Gradient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chemeClr val="accent1"/>
            </a:gs>
            <a:gs pos="100000">
              <a:schemeClr val="accent1">
                <a:hueOff val="321133"/>
                <a:satOff val="-12043"/>
                <a:lumOff val="-7113"/>
              </a:schemeClr>
            </a:gs>
          </a:gsLst>
          <a:lin ang="5400000" scaled="0"/>
        </a:gradFill>
        <a:ln w="12700" cap="flat">
          <a:noFill/>
          <a:miter lim="400000"/>
        </a:ln>
        <a:effectLst>
          <a:outerShdw sx="100000" sy="100000" kx="0" ky="0" algn="b" rotWithShape="0" blurRad="76200" dist="0" dir="18900000">
            <a:srgbClr val="000000">
              <a:alpha val="8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25400" dist="23998" dir="2700000">
                <a:srgbClr val="000000">
                  <a:alpha val="31034"/>
                </a:srgbClr>
              </a:outerShdw>
            </a:effectLst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Gradient">
  <a:themeElements>
    <a:clrScheme name="Gradient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189B1A"/>
      </a:accent2>
      <a:accent3>
        <a:srgbClr val="008C91"/>
      </a:accent3>
      <a:accent4>
        <a:srgbClr val="5747C1"/>
      </a:accent4>
      <a:accent5>
        <a:srgbClr val="971817"/>
      </a:accent5>
      <a:accent6>
        <a:srgbClr val="BC8027"/>
      </a:accent6>
      <a:hlink>
        <a:srgbClr val="0000FF"/>
      </a:hlink>
      <a:folHlink>
        <a:srgbClr val="FF00FF"/>
      </a:folHlink>
    </a:clrScheme>
    <a:fontScheme name="Gradient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chemeClr val="accent1"/>
            </a:gs>
            <a:gs pos="100000">
              <a:schemeClr val="accent1">
                <a:hueOff val="321133"/>
                <a:satOff val="-12043"/>
                <a:lumOff val="-7113"/>
              </a:schemeClr>
            </a:gs>
          </a:gsLst>
          <a:lin ang="5400000" scaled="0"/>
        </a:gradFill>
        <a:ln w="12700" cap="flat">
          <a:noFill/>
          <a:miter lim="400000"/>
        </a:ln>
        <a:effectLst>
          <a:outerShdw sx="100000" sy="100000" kx="0" ky="0" algn="b" rotWithShape="0" blurRad="76200" dist="0" dir="18900000">
            <a:srgbClr val="000000">
              <a:alpha val="8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25400" dist="23998" dir="2700000">
                <a:srgbClr val="000000">
                  <a:alpha val="31034"/>
                </a:srgbClr>
              </a:outerShdw>
            </a:effectLst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